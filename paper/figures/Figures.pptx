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69"/>
    <p:restoredTop sz="94658"/>
  </p:normalViewPr>
  <p:slideViewPr>
    <p:cSldViewPr snapToGrid="0">
      <p:cViewPr varScale="1">
        <p:scale>
          <a:sx n="116" d="100"/>
          <a:sy n="116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DD7A-7460-6798-BED9-E2ABF2CAE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C5B7E-F50A-9A77-CFB5-C9F84C166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50237-95E9-426D-67EB-2ECDCC4A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5B4A9-7CF9-4A66-412B-111519BA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E0BE4-327A-B93E-25E0-172069EEB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0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ECF5F-E1E1-D93C-03C4-0BC710ACC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F5DCD-C452-BFCC-F63C-F06861684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573E2-AAC4-0AB5-1A87-A4872EEF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E566D-D1EA-3BB8-2B30-A8750CECA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CA7A4-F575-F0D3-B8EE-470D205C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0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98D5-AE62-1786-F0BA-CBAC42BB5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B4FC0-D1D3-B3C4-E815-9A8D6BA1D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B7A6E-1534-3CEE-AFBE-E9D3A584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789A4-13B3-A027-F2F5-79E41912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ED6B2-0BE0-F16A-6B46-6795168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64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F1C8-A918-8B1A-D788-46126AB0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089C4-250F-9C02-BAB1-A4428F5F0C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5C3DF-B400-C0EF-2B8B-9BF808C9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8993E-998B-D92E-5AF6-20842FA5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80BAE-6F1B-0294-4335-DED24049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41882-88BB-ADC9-F7A7-49555C22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27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6C33-F7D9-92FD-98ED-0DBB4C4BA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4C5F9-F3EA-4600-DF47-97903DEC1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2EF23-ABA2-CA8B-E729-63468A568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5322F-1D4F-7F4C-BA5E-A7F6E1001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D3A708-4948-0BEF-7B64-686ACA188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257A5-01CF-F2A3-4758-2A3D8A28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45E261-690E-0065-6112-E834F7C8F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8E45B-CCA3-3342-8E48-DDC219EA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08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DCDF-D721-BB47-0D5D-F4AED8DED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1AD2E-B8F3-26D1-E13A-2543B1A3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17330-63C3-29CC-0721-1A1904DC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82576-F477-C9C3-8C71-C0AD6D99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4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C141D-81E5-327F-A5C1-866C792D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00B224-3A9F-E874-E730-86816D629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BCFE3-F4B4-68E4-3FD5-517844B7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6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38A84-DD84-E0C7-97F2-4125125C6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1ED8-95E2-615B-C452-E0A52C94B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B829A-2943-8775-A4ED-4528A76D2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C3813-ACA2-1A13-6085-CB713F6FB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F041E-EE3B-6005-4BCE-1FEF5EC6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DE970-1B91-911C-97DE-BB970FED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81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08B6-7946-C7B3-5308-3F30018C8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F7065-2BD2-CB9D-5387-F8CACF07B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96007-E88E-D948-2BED-5D49ACB05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615FF-BFE5-AF05-73D2-73EB980C0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F5CE8-5405-3484-0026-70EB0142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9655C-6EB7-33AC-9552-28080B8E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6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9286-DBD8-819A-9B4C-EF9ADFEE5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E71A5-3ADE-F151-5444-81BC4B8B0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74804-26B6-DF43-EFA9-A927F798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78A8B-8F30-23BD-8FB0-14FA4F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FA7CB-F56D-0CBD-BAA9-6E9507AE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64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1FB5E-E167-6C10-F48C-BAA60B2079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46956-13C9-E791-F107-7DF180D87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ED43F-2160-1E37-31CC-412C5553A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8EAFC-9FE5-42E6-7210-718C19D0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156CC-0FD1-0FFB-B6F0-243E1EF78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8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4640FE-1820-4767-972A-696DA2EB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11196-E117-9741-349D-EC545FF89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7C3A8-625F-8ADC-A58D-6EF7CA9BC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BCDA6-6A5A-A343-8545-8FB794367441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D0245-A4E2-EEC9-CEFE-343C96DF8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19D0A-FE7E-84F5-E06D-2D5A86DBD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0E0ED2-7F60-F444-A429-62280978A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6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D1D339E-15F9-7D86-C9CA-254851BCBEE7}"/>
              </a:ext>
            </a:extLst>
          </p:cNvPr>
          <p:cNvGrpSpPr/>
          <p:nvPr/>
        </p:nvGrpSpPr>
        <p:grpSpPr>
          <a:xfrm>
            <a:off x="405684" y="1714783"/>
            <a:ext cx="11380632" cy="2617081"/>
            <a:chOff x="669534" y="1736817"/>
            <a:chExt cx="11380632" cy="26170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6D6BC31-8F8F-D9C2-CF03-FF98AFD97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8966" y="2383148"/>
              <a:ext cx="2018855" cy="16068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752311-E967-70D3-4FB2-55DEE361766E}"/>
                </a:ext>
              </a:extLst>
            </p:cNvPr>
            <p:cNvSpPr txBox="1"/>
            <p:nvPr/>
          </p:nvSpPr>
          <p:spPr>
            <a:xfrm>
              <a:off x="718966" y="1736817"/>
              <a:ext cx="20188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Parametrized Fiber Bundles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F1D7CE6-D21D-322C-DAFB-B2D5C0838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3241" y="2383148"/>
              <a:ext cx="1941197" cy="1606843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7136F4B-34DC-0823-943E-3D51700F0F0F}"/>
                </a:ext>
              </a:extLst>
            </p:cNvPr>
            <p:cNvCxnSpPr>
              <a:cxnSpLocks/>
              <a:stCxn id="28" idx="3"/>
              <a:endCxn id="27" idx="1"/>
            </p:cNvCxnSpPr>
            <p:nvPr/>
          </p:nvCxnSpPr>
          <p:spPr>
            <a:xfrm>
              <a:off x="2773542" y="3186059"/>
              <a:ext cx="245942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2A5DD0-15B7-F195-6738-73AF0039878E}"/>
                </a:ext>
              </a:extLst>
            </p:cNvPr>
            <p:cNvSpPr txBox="1"/>
            <p:nvPr/>
          </p:nvSpPr>
          <p:spPr>
            <a:xfrm>
              <a:off x="3053241" y="1736817"/>
              <a:ext cx="19411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Parametrized Fiber Axes (L0)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BB000A0-7E86-99AB-7A81-A5D07DA431FF}"/>
                </a:ext>
              </a:extLst>
            </p:cNvPr>
            <p:cNvCxnSpPr/>
            <p:nvPr/>
          </p:nvCxnSpPr>
          <p:spPr>
            <a:xfrm>
              <a:off x="7354956" y="3203442"/>
              <a:ext cx="315420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750385B-C094-A80E-654B-CEBD59FED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07025" y="2400532"/>
              <a:ext cx="786969" cy="64633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0972DB4-988B-35E3-FEF0-123055E39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94338" y="2883622"/>
              <a:ext cx="752943" cy="646331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4A88748-4D6E-84FF-5B15-C9B447065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66055" y="3361043"/>
              <a:ext cx="782824" cy="6463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08619F6-1242-5312-02A8-FD0B93EDDF2E}"/>
                </a:ext>
              </a:extLst>
            </p:cNvPr>
            <p:cNvSpPr txBox="1"/>
            <p:nvPr/>
          </p:nvSpPr>
          <p:spPr>
            <a:xfrm>
              <a:off x="7702093" y="1745870"/>
              <a:ext cx="19411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Multi-resolution Graph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B54BF7E-9972-9E47-5E96-DE62A22CE008}"/>
                </a:ext>
              </a:extLst>
            </p:cNvPr>
            <p:cNvSpPr txBox="1"/>
            <p:nvPr/>
          </p:nvSpPr>
          <p:spPr>
            <a:xfrm>
              <a:off x="8410835" y="2485353"/>
              <a:ext cx="4532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0CDEB4-2A89-E12F-AA99-07D964723FC4}"/>
                </a:ext>
              </a:extLst>
            </p:cNvPr>
            <p:cNvSpPr txBox="1"/>
            <p:nvPr/>
          </p:nvSpPr>
          <p:spPr>
            <a:xfrm>
              <a:off x="8864122" y="2960114"/>
              <a:ext cx="4532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5AA83DE-634E-580B-D4BE-EB4C70C45449}"/>
                </a:ext>
              </a:extLst>
            </p:cNvPr>
            <p:cNvSpPr txBox="1"/>
            <p:nvPr/>
          </p:nvSpPr>
          <p:spPr>
            <a:xfrm>
              <a:off x="9329410" y="3529953"/>
              <a:ext cx="4532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L4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1B152D-AC6F-4CD1-A5AF-AE6576D47C87}"/>
                </a:ext>
              </a:extLst>
            </p:cNvPr>
            <p:cNvSpPr/>
            <p:nvPr/>
          </p:nvSpPr>
          <p:spPr>
            <a:xfrm>
              <a:off x="7678449" y="2371955"/>
              <a:ext cx="2006551" cy="16629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0E4A046-D3C7-EB2C-833B-0E7ADFE8A91D}"/>
                </a:ext>
              </a:extLst>
            </p:cNvPr>
            <p:cNvSpPr/>
            <p:nvPr/>
          </p:nvSpPr>
          <p:spPr>
            <a:xfrm>
              <a:off x="3019484" y="2354572"/>
              <a:ext cx="2006551" cy="16629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E3948EA-E526-2370-9AC8-7B1A91F18605}"/>
                </a:ext>
              </a:extLst>
            </p:cNvPr>
            <p:cNvSpPr/>
            <p:nvPr/>
          </p:nvSpPr>
          <p:spPr>
            <a:xfrm>
              <a:off x="669534" y="2354572"/>
              <a:ext cx="2104008" cy="16629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261562B-9997-7BD3-FFE5-6313A027B07F}"/>
                </a:ext>
              </a:extLst>
            </p:cNvPr>
            <p:cNvCxnSpPr/>
            <p:nvPr/>
          </p:nvCxnSpPr>
          <p:spPr>
            <a:xfrm>
              <a:off x="5029746" y="3176245"/>
              <a:ext cx="315420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3DB0017-8094-B903-1B31-60EF111804A8}"/>
                </a:ext>
              </a:extLst>
            </p:cNvPr>
            <p:cNvSpPr/>
            <p:nvPr/>
          </p:nvSpPr>
          <p:spPr>
            <a:xfrm>
              <a:off x="5341455" y="2374766"/>
              <a:ext cx="2006551" cy="16629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652CB38-1473-EB93-4420-E2512CE78665}"/>
                </a:ext>
              </a:extLst>
            </p:cNvPr>
            <p:cNvSpPr txBox="1"/>
            <p:nvPr/>
          </p:nvSpPr>
          <p:spPr>
            <a:xfrm>
              <a:off x="5363937" y="1866979"/>
              <a:ext cx="19411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Data Imputation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AEDC100-0321-3ACA-8CA0-B548A1328ADE}"/>
                </a:ext>
              </a:extLst>
            </p:cNvPr>
            <p:cNvSpPr txBox="1"/>
            <p:nvPr/>
          </p:nvSpPr>
          <p:spPr>
            <a:xfrm>
              <a:off x="669534" y="4046121"/>
              <a:ext cx="21040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66 Bundles, 5 metrics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282F686-46B7-57FA-657B-DFCF4E3093C8}"/>
                </a:ext>
              </a:extLst>
            </p:cNvPr>
            <p:cNvSpPr txBox="1"/>
            <p:nvPr/>
          </p:nvSpPr>
          <p:spPr>
            <a:xfrm>
              <a:off x="2970755" y="4017545"/>
              <a:ext cx="21040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Median Axes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B21AC3D-94D5-AD61-5C3A-CCC3161A94CD}"/>
                </a:ext>
              </a:extLst>
            </p:cNvPr>
            <p:cNvSpPr txBox="1"/>
            <p:nvPr/>
          </p:nvSpPr>
          <p:spPr>
            <a:xfrm>
              <a:off x="5350735" y="2413576"/>
              <a:ext cx="198616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INR / SIREN based</a:t>
              </a:r>
            </a:p>
            <a:p>
              <a:pPr algn="ctr"/>
              <a:r>
                <a:rPr lang="en-US" sz="1400" dirty="0"/>
                <a:t>Imputation of </a:t>
              </a:r>
            </a:p>
            <a:p>
              <a:pPr algn="ctr"/>
              <a:r>
                <a:rPr lang="en-US" sz="1400" dirty="0"/>
                <a:t>Per subject missing diffusion metrics 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FD4B11A-A84D-1F0C-D131-46BD4436B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08793" y="3361043"/>
              <a:ext cx="1051484" cy="603057"/>
            </a:xfrm>
            <a:prstGeom prst="rect">
              <a:avLst/>
            </a:prstGeom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6280A81-DB35-895C-6F46-717532ADEFAE}"/>
                </a:ext>
              </a:extLst>
            </p:cNvPr>
            <p:cNvCxnSpPr/>
            <p:nvPr/>
          </p:nvCxnSpPr>
          <p:spPr>
            <a:xfrm>
              <a:off x="9687651" y="3173434"/>
              <a:ext cx="315420" cy="0"/>
            </a:xfrm>
            <a:prstGeom prst="straightConnector1">
              <a:avLst/>
            </a:prstGeom>
            <a:ln w="2857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67BA06A-2D81-3AD0-0A5E-7758F7E3986E}"/>
                </a:ext>
              </a:extLst>
            </p:cNvPr>
            <p:cNvSpPr/>
            <p:nvPr/>
          </p:nvSpPr>
          <p:spPr>
            <a:xfrm>
              <a:off x="9999360" y="2371955"/>
              <a:ext cx="2006551" cy="16629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0FC0D99-B614-AD02-03D8-D31F7E733887}"/>
                </a:ext>
              </a:extLst>
            </p:cNvPr>
            <p:cNvSpPr txBox="1"/>
            <p:nvPr/>
          </p:nvSpPr>
          <p:spPr>
            <a:xfrm>
              <a:off x="9942391" y="1746476"/>
              <a:ext cx="21077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GCN Classification &amp; Regression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70EBC79-7105-515C-7AF2-8FFFC19579ED}"/>
                </a:ext>
              </a:extLst>
            </p:cNvPr>
            <p:cNvSpPr txBox="1"/>
            <p:nvPr/>
          </p:nvSpPr>
          <p:spPr>
            <a:xfrm>
              <a:off x="9942392" y="4042393"/>
              <a:ext cx="21077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Shared Front + Backend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AC621AB-3F88-0FE3-F782-5BC4BA6210D0}"/>
                </a:ext>
              </a:extLst>
            </p:cNvPr>
            <p:cNvSpPr txBox="1"/>
            <p:nvPr/>
          </p:nvSpPr>
          <p:spPr>
            <a:xfrm>
              <a:off x="10226093" y="2587915"/>
              <a:ext cx="157371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Single Level GCN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6639C95-2C7B-EA7B-D9DA-AC4716A45CC4}"/>
                </a:ext>
              </a:extLst>
            </p:cNvPr>
            <p:cNvSpPr txBox="1"/>
            <p:nvPr/>
          </p:nvSpPr>
          <p:spPr>
            <a:xfrm>
              <a:off x="10164563" y="3030024"/>
              <a:ext cx="1696779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Multi-scale </a:t>
              </a:r>
              <a:r>
                <a:rPr lang="en-US" sz="1400" dirty="0" err="1"/>
                <a:t>Concat</a:t>
              </a:r>
              <a:endParaRPr lang="en-US" sz="1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730E9A0-6F27-1BED-3216-6862E48E8E6F}"/>
                </a:ext>
              </a:extLst>
            </p:cNvPr>
            <p:cNvSpPr txBox="1"/>
            <p:nvPr/>
          </p:nvSpPr>
          <p:spPr>
            <a:xfrm>
              <a:off x="10423743" y="3472132"/>
              <a:ext cx="117841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Graph U-Net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060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49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Styner, Martin Andreas</dc:creator>
  <cp:lastModifiedBy>Styner, Martin Andreas</cp:lastModifiedBy>
  <cp:revision>4</cp:revision>
  <dcterms:created xsi:type="dcterms:W3CDTF">2026-06-22T07:26:15Z</dcterms:created>
  <dcterms:modified xsi:type="dcterms:W3CDTF">2026-07-03T09:49:04Z</dcterms:modified>
</cp:coreProperties>
</file>